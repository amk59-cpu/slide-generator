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835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IB Write BW Uni · IB Write BW Uni (GB/s) — Build 118 + Resp Rx S0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018520" cy="825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9264"/>
            <a:ext cx="11548872" cy="5815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835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IB Write BW Bi · IB Write BW Bi (GB/s) — Build 118 + Resp Rx S0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018520" cy="825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9264"/>
            <a:ext cx="11548872" cy="58155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835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IB Write Imm BW Uni · IB Write Imm BW Uni (GB/s) — Build 118 + Resp Rx S0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018520" cy="825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9264"/>
            <a:ext cx="11548872" cy="58155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835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IB Write Imm BW Bi · IB Write Imm BW Bi (GB/s) — Build 118 + Resp Rx S0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018520" cy="825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9264"/>
            <a:ext cx="11548872" cy="58155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