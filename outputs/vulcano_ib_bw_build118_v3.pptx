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(Uni-direction)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BW (Bi-direction)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Imm BW (Uni-direction)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835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IB Write Imm BW (Bi-direction) — Build 118 + Resp Rx S0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018520" cy="825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9264"/>
            <a:ext cx="11548872" cy="5815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