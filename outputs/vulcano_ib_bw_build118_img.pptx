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6400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Vulcano IB Bandwidth — Build 118 + Resp Rx S0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Arial"/>
              </a:rPr>
              <a:t>Perf 3 – 4  |  IB Write &amp; Write Immediate  |  Uni &amp; Bi-direction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6A6A6"/>
                </a:solidFill>
                <a:latin typeface="Arial"/>
              </a:rPr>
              <a:t>Build: 1.125.0-a-118  ·  vulcano-pulsar Resp Rx S0 opt (dbacf2e)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A6A6"/>
                </a:solidFill>
                <a:latin typeface="Arial"/>
              </a:rPr>
              <a:t>Q3_RX_AF_THRESHOLD=0x3e2  ·  Q3_RX_NAF_THRESHOLD=0x3da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(Uni-direction)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(Bi-direction)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Imm BW (Uni-direction)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Imm BW (Bi-direction)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Peak Bandwidth Summary — All Tests @ 8 MB Msg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Peak Bandwidth Table — 8 MB Msg Size (GB/s)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60120"/>
            <a:ext cx="12006072" cy="5788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(Uni-direction) — 1 QP vs 64 QP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35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(Bi-direction) — 1 QP vs 64 QP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1A968"/>
                </a:solidFill>
                <a:latin typeface="Arial"/>
              </a:rPr>
              <a:t>Build 118  ·  vulcano-pulsar Resp Rx S0 opt (dbacf2e)  ·  Perf 3–4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07008"/>
            <a:ext cx="12006072" cy="5541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